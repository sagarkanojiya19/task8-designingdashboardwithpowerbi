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04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41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98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73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00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35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3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37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8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Sales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 sales performance across products, regions, and time</a:t>
            </a:r>
          </a:p>
          <a:p>
            <a:r>
              <a:t>Understand customer preferences via units sold and payment methods</a:t>
            </a:r>
          </a:p>
          <a:p>
            <a:r>
              <a:t>Identify top-performing categories and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Total Revenue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Performer: Electronics leads in total revenue</a:t>
            </a:r>
          </a:p>
          <a:p>
            <a:r>
              <a:t>Other Strong Categories: Home Appliances, Sports, Clothing</a:t>
            </a:r>
          </a:p>
          <a:p>
            <a:r>
              <a:t>Low Revenue: Books and Beauty Products contribute the least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North America drives the most revenue</a:t>
            </a:r>
          </a:p>
          <a:p>
            <a:r>
              <a:t>Asia and Europe follow</a:t>
            </a:r>
          </a:p>
          <a:p>
            <a:r>
              <a:t>Regional focus could help identify where to push specific product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Revenue by Region &amp;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Electronics and Clothing sell well in North America and Asia</a:t>
            </a:r>
          </a:p>
          <a:p>
            <a:r>
              <a:t>Europe shows relatively even distribution, though lower overall</a:t>
            </a:r>
          </a:p>
          <a:p>
            <a:r>
              <a:t>Beauty Products and Books underperform across all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Clothing and Books have high unit sales but lower revenue</a:t>
            </a:r>
          </a:p>
          <a:p>
            <a:r>
              <a:t>Implies lower pricing or value-per-unit compared to Electronics</a:t>
            </a:r>
          </a:p>
          <a:p>
            <a:r>
              <a:t>Beauty Products have the lowest unit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Credit Cards dominate (50%)</a:t>
            </a:r>
          </a:p>
          <a:p>
            <a:r>
              <a:t>PayPal (33.3%) and Debit Cards (16.7%) follow</a:t>
            </a:r>
          </a:p>
          <a:p>
            <a:r>
              <a:t>Most buyers prefer flexible or deferred payment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Monthly Revenue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Electronics consistently high every month</a:t>
            </a:r>
          </a:p>
          <a:p>
            <a:r>
              <a:t>Clothing and Home Appliances also strong performers</a:t>
            </a:r>
          </a:p>
          <a:p>
            <a:r>
              <a:t>Beauty Products remain low throughout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Promote high-revenue categories like Electronics in Europe</a:t>
            </a:r>
          </a:p>
          <a:p>
            <a:r>
              <a:t>Upsell or bundle Books and Beauty Products to boost sales</a:t>
            </a:r>
          </a:p>
          <a:p>
            <a:r>
              <a:t>Optimize for Credit Card incentives to increase conversions</a:t>
            </a:r>
          </a:p>
          <a:p>
            <a:r>
              <a:t>Leverage high-performing months (like August) for future promotions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Electronics is the most profitable product category</a:t>
            </a:r>
          </a:p>
          <a:p>
            <a:r>
              <a:t>North America is the most valuable region</a:t>
            </a:r>
          </a:p>
          <a:p>
            <a:r>
              <a:t>Seasonality and product mix greatly influence revenue</a:t>
            </a:r>
          </a:p>
          <a:p>
            <a:r>
              <a:t>Data-driven promotions and regional strategies can enhance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</TotalTime>
  <Words>263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Supermarket Sales Analysis Dashboard</vt:lpstr>
      <vt:lpstr>Objective</vt:lpstr>
      <vt:lpstr>Total Revenue by Product Category</vt:lpstr>
      <vt:lpstr>Revenue by Region</vt:lpstr>
      <vt:lpstr>Revenue by Region &amp; Category</vt:lpstr>
      <vt:lpstr>Units Sold by Category</vt:lpstr>
      <vt:lpstr>Payment Method Distribution</vt:lpstr>
      <vt:lpstr>Monthly Revenue by Product Category</vt:lpstr>
      <vt:lpstr>Recommendations</vt:lpstr>
      <vt:lpstr>Summary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Sales Analysis Dashboard</dc:title>
  <dc:creator>Avinash Namdeo</dc:creator>
  <dc:description>generated using python-pptx</dc:description>
  <cp:lastModifiedBy>Sagar Kanojiya</cp:lastModifiedBy>
  <cp:revision>3</cp:revision>
  <dcterms:created xsi:type="dcterms:W3CDTF">2013-01-27T09:14:16Z</dcterms:created>
  <dcterms:modified xsi:type="dcterms:W3CDTF">2025-05-02T14:07:23Z</dcterms:modified>
</cp:coreProperties>
</file>